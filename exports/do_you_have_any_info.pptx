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 you have any information 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Knowledge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BLITZ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Secure Enterprise Intelligence Partner</a:t>
            </a:r>
          </a:p>
          <a:p>
            <a:r>
              <a:t>- Welcome Shiryans!</a:t>
            </a:r>
          </a:p>
          <a:p>
            <a:r>
              <a:t>- BLITZ is your secure enterprise intelligence partner</a:t>
            </a:r>
          </a:p>
          <a:p>
            <a:r>
              <a:t>- BLITZ can instantly analyze your Statement of Work (SOW) briefs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BLITZ's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BLITZ can query our curated capabilities repository</a:t>
            </a:r>
          </a:p>
          <a:p>
            <a:r>
              <a:t>- BLITZ can synthesize key business metrics</a:t>
            </a:r>
          </a:p>
          <a:p>
            <a:r>
              <a:t>- BLITZ can help you compile client-ready presentation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BLITZ Can Support Your Project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BLITZ is here to support your project enablement today</a:t>
            </a:r>
          </a:p>
          <a:p>
            <a:r>
              <a:t>- BLITZ can help you with a variety of tasks, from analyzing SOW briefs to compiling presentation materials</a:t>
            </a:r>
          </a:p>
          <a:p>
            <a:r>
              <a:t>- Let BLITZ be your trusted partner in enterprise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