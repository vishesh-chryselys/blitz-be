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78638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3400" b="1">
                <a:solidFill>
                  <a:srgbClr val="2B2319"/>
                </a:solidFill>
                <a:latin typeface="Aptos"/>
              </a:rPr>
              <a:t>Chryselys Capabilities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16352"/>
            <a:ext cx="60350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0">
                <a:solidFill>
                  <a:srgbClr val="705F44"/>
                </a:solidFill>
                <a:latin typeface="Aptos"/>
              </a:rPr>
              <a:t>Delivering Secure Enterprise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5394960" cy="13258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Chryselys is a leading provider of enterprise intelligence solutions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Our capabilities span data analytics, AI/ML, and secure cloud infrastructure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We have a proven track record of driving measurable business impact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1188720"/>
            <a:ext cx="3291840" cy="32918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1645920" cy="5486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32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40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257800" cy="22402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Chryselys is a leading provider of enterprise intelligence solutions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Our capabilities span data analytics, AI/ML, and secure cloud infrastructure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We have a proven track record of driving measurable business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526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746504"/>
            <a:ext cx="41239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167128"/>
            <a:ext cx="4123944" cy="112471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Chryselys has been engaged to provide a comprehensive overview of our enterprise intelligence capabilities to support your strategic initiatives. This presentation will highlight our core offerings, relevant 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94106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4361688"/>
            <a:ext cx="3986784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Use prior Chryselys evidence to shape a focused client conversation and accelerate proposal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Data Analytics and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Delivered custom data dashboards and reporting for Fortune 500 clients, driving 20% improvement in operational efficiency | POC: Jane Doe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Each experience card is source-backed and intended as a prompt for proposal narrative, SME follow-up, and client-facing proof 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Leverage Chryselys' data analytics expertise to uncover actionable insi...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Implement scalable AI/ML models to automate decision-making and optimiz...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8815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Leverage our secure cloud infrastructure to enable enterprise-wide inte...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Collaborate closely with your team to tailor our solutions to your uniq...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53312"/>
            <a:ext cx="3566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53312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353312"/>
            <a:ext cx="3429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27632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Chryselys Capabilities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Fortune 500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Jane Doe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627632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Showcases Chryselys' expertise in delivering custom data analytics and visualization so...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84832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103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Schedule a deep-dive workshop to further understand your requirements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Provide a detailed proposal outlining our recommended approach and timeline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Initiate a pilot project to demonstrate the value of our enterprise intelligence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38953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1: Chryselys Capabilities Overview | Client: Fortune 500 Company | POC: Jane Doe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