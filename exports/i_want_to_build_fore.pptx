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want to build forecasting pr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Chryselys Sales Enablement Intelligence Portal</a:t>
            </a:r>
          </a:p>
          <a:p>
            <a:r>
              <a:t>Generated dynamically by BLITZ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BLITZ: Your Secure Enterprise Intelligence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BLITZ is your trusted partner for enterprise intelligence and project enablement</a:t>
            </a:r>
          </a:p>
          <a:p>
            <a:r>
              <a:t>• We can instantly analyze your Statement of Work (SOW) briefs and synthesize key business metrics</a:t>
            </a:r>
          </a:p>
          <a:p>
            <a:r>
              <a:t>• Our curated capabilities repository empowers us to provide tailored solutions for your needs</a:t>
            </a:r>
          </a:p>
          <a:p>
            <a:r>
              <a:t>• Let us help you compile client-ready presentation materials for your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Leveraging BLITZ for Forecasting and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BLITZ can help you build robust forecasting models and predictive analytics capabilities</a:t>
            </a:r>
          </a:p>
          <a:p>
            <a:r>
              <a:t>• Our advanced algorithms and data processing capabilities enable accurate forecasting and insights</a:t>
            </a:r>
          </a:p>
          <a:p>
            <a:r>
              <a:t>• We can integrate your existing data sources and business intelligence tools for seamless implementation</a:t>
            </a:r>
          </a:p>
          <a:p>
            <a:r>
              <a:t>• Leverage BLITZ to make data-driven decisions and drive strategic business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Use Cases for BLITZ Forecasting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Optimize inventory management and supply chain planning with accurate demand forecasting</a:t>
            </a:r>
          </a:p>
          <a:p>
            <a:r>
              <a:t>• Enhance financial planning and budgeting with reliable revenue and cost projections</a:t>
            </a:r>
          </a:p>
          <a:p>
            <a:r>
              <a:t>• Improve marketing and sales effectiveness through customer behavior and trend analysis</a:t>
            </a:r>
          </a:p>
          <a:p>
            <a:r>
              <a:t>• Identify emerging opportunities and mitigate risks with predictive market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Statement of Work (SOW) brief</a:t>
            </a:r>
          </a:p>
          <a:p>
            <a:r>
              <a:t>• BLITZ capabilities repository</a:t>
            </a:r>
          </a:p>
          <a:p>
            <a:r>
              <a:t>• Business intelligence and data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