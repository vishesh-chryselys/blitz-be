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78638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400" b="1">
                <a:solidFill>
                  <a:srgbClr val="2B2319"/>
                </a:solidFill>
                <a:latin typeface="Aptos"/>
              </a:rPr>
              <a:t>Optimizing Pharmaceutical Marketing with Advanced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0350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0">
                <a:solidFill>
                  <a:srgbClr val="705F44"/>
                </a:solidFill>
                <a:latin typeface="Aptos"/>
              </a:rPr>
              <a:t>Driving Measurable Impact for Stemline Therapeutics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5394960" cy="13258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Chryselys has developed advanced marketing mix modeling capabilities to quantify the impact and ROI of p...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Our approach leverages statistical analysis methods and integrated data sources to break down sales, cal...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Through successful engagements, we have helped clients gain deep insights into promotional channel effec...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5780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Chryselys has developed advanced marketing mix modeling capabilities to quantify the impact and ROI of p...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Our approach leverages statistical analysis methods and integrated data sources to break down sales, cal...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Through successful engagements, we have helped clients gain deep insights into promotional channel effec...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526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41239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412394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Stemline Therapeutics, a leading pharmaceutical company, is seeking to optimize the allocation of their marketing budget across various promotional channels to drive better business outcomes. Chryselys, a trus...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Proven Expertise in Marketing Mix Modeling for Pharmaceut...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Chryselys has successfully delivered marketing mix modeling solutions for leading pharmaceutical companies like Stemline, enabling them to optimize t... | POC: Kamakshi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Conduct a comprehensive analysis of Stemline's sales data, promotional...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Leverage Chryselys' proprietary AIVY platform to integrate diverse data...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815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Collaborate closely with Stemline's marketing and commercial teams to v...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Develop a detailed implementation plan with clear milestones and KPIs t...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3566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53312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353312"/>
            <a:ext cx="3429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DataScience_MarketingMixModeling_MethodologyOvervie...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627632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advanced marketing mix modeling capabi...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84832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77440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77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CI_CapabilityOverview_20260121_v1.pptx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377440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Kamakshi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77440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highlights Kamakshi's instrumental role in delivering successful marketin...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834640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Initiate a kick-off meeting with Stemline's marketing and commercial leadership to align on project obje...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Gather and integrate the necessary data sources, including sales, promotional activities, and other rele...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Conduct the analysis, generate insights, and collaborate with Stemline to validate the findings and deve...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1: DataScience_MarketingMixModeling_MethodologyOverview_2026... | Client: Capability Decks | POC: Un...</a:t>
            </a:r>
          </a:p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4: CI_CapabilityOverview_20260121_v1.pptx | Client: Capability Decks | POC: Kamakshi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