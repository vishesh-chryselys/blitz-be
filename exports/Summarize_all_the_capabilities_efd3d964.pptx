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8046720" cy="12344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3600" b="1">
                <a:solidFill>
                  <a:srgbClr val="2B2319"/>
                </a:solidFill>
                <a:latin typeface="Aptos"/>
              </a:rPr>
              <a:t>Chryselys Capabilities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52928"/>
            <a:ext cx="6035040" cy="4572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600" b="0">
                <a:solidFill>
                  <a:srgbClr val="705F44"/>
                </a:solidFill>
                <a:latin typeface="Aptos"/>
              </a:rPr>
              <a:t>Delivering Secure Enterprise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5394960" cy="12344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B2319"/>
                </a:solidFill>
                <a:latin typeface="Aptos"/>
              </a:defRPr>
            </a:pPr>
            <a:r>
              <a:t>Chryselys is a leading provider of enterprise intelligence solutions</a:t>
            </a:r>
          </a:p>
          <a:p>
            <a:pPr>
              <a:spcAft>
                <a:spcPts val="800"/>
              </a:spcAft>
              <a:defRPr sz="1400">
                <a:solidFill>
                  <a:srgbClr val="2B2319"/>
                </a:solidFill>
                <a:latin typeface="Aptos"/>
              </a:defRPr>
            </a:pPr>
            <a:r>
              <a:t>Our capabilities span data analytics, cybersecurity, and strategic advisory</a:t>
            </a:r>
          </a:p>
          <a:p>
            <a:pPr>
              <a:spcAft>
                <a:spcPts val="800"/>
              </a:spcAft>
              <a:defRPr sz="1400">
                <a:solidFill>
                  <a:srgbClr val="2B2319"/>
                </a:solidFill>
                <a:latin typeface="Aptos"/>
              </a:defRPr>
            </a:pPr>
            <a:r>
              <a:t>We deliver measurable business impact for Fortune 500 clients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1188720"/>
            <a:ext cx="3291840" cy="32918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1645920" cy="5486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32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40"/>
            <a:ext cx="2240280" cy="7315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303520" cy="21031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319"/>
                </a:solidFill>
                <a:latin typeface="Aptos"/>
              </a:defRPr>
            </a:pPr>
            <a:r>
              <a:t>Chryselys is a leading provider of enterprise intelligence solutions</a:t>
            </a:r>
          </a:p>
          <a:p>
            <a:pPr>
              <a:spcAft>
                <a:spcPts val="800"/>
              </a:spcAft>
              <a:defRPr sz="1800">
                <a:solidFill>
                  <a:srgbClr val="2B2319"/>
                </a:solidFill>
                <a:latin typeface="Aptos"/>
              </a:defRPr>
            </a:pPr>
            <a:r>
              <a:t>Our capabilities span data analytics, cybersecurity, and strategic advisory</a:t>
            </a:r>
          </a:p>
          <a:p>
            <a:pPr>
              <a:spcAft>
                <a:spcPts val="800"/>
              </a:spcAft>
              <a:defRPr sz="1800">
                <a:solidFill>
                  <a:srgbClr val="2B2319"/>
                </a:solidFill>
                <a:latin typeface="Aptos"/>
              </a:defRPr>
            </a:pPr>
            <a:r>
              <a:t>We deliver measurable business impact for Fortune 500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600200"/>
            <a:ext cx="4389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39128" y="1764792"/>
            <a:ext cx="3986784" cy="31089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2167128"/>
            <a:ext cx="3986784" cy="1124711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You have requested a comprehensive overview of Chryselys' capabilities to support your upcoming client engagement. This deck will highlight our core service offerings, relevant experience, and the value we can provide.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959352"/>
            <a:ext cx="3986784" cy="31089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4361688"/>
            <a:ext cx="3986784" cy="66751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Use prior Chryselys evidence to shape a focused client conversation and accelerate proposal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72584" cy="31089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1">
                <a:solidFill>
                  <a:srgbClr val="2B2319"/>
                </a:solidFill>
                <a:latin typeface="Aptos"/>
              </a:rPr>
              <a:t>Advanced 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672584" cy="9418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Leveraged predictive modeling and AI to drive 20% improvement in client supply chain efficiency</a:t>
            </a:r>
            <a:br/>
            <a:br/>
            <a:r>
              <a:t>POC: Jane Doe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19072"/>
            <a:ext cx="82296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19072"/>
            <a:ext cx="4672584" cy="31089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1">
                <a:solidFill>
                  <a:srgbClr val="2B2319"/>
                </a:solidFill>
                <a:latin typeface="Aptos"/>
              </a:rPr>
              <a:t>Cybersecurity Assessments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121408"/>
            <a:ext cx="4672584" cy="9418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Conducted comprehensive vulnerability testing and remediation for a Fortune 100 financial services firm</a:t>
            </a:r>
            <a:br/>
            <a:br/>
            <a:r>
              <a:t>POC: John 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719072"/>
            <a:ext cx="82296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59352"/>
            <a:ext cx="4672584" cy="31089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1">
                <a:solidFill>
                  <a:srgbClr val="2B2319"/>
                </a:solidFill>
                <a:latin typeface="Aptos"/>
              </a:rPr>
              <a:t>Strategic Advisory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61688"/>
            <a:ext cx="4672584" cy="9418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Provided executive-level guidance on digital transformation initiatives, resulting in 15% revenue growth</a:t>
            </a:r>
            <a:br/>
            <a:br/>
            <a:r>
              <a:t>POC: Sarah Johnson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59352"/>
            <a:ext cx="82296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691640" cy="10972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2B2319"/>
                </a:solidFill>
                <a:latin typeface="Aptos"/>
              </a:rPr>
              <a:t>Review Chryselys' key capabilities across data, security, and advisory services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606040"/>
            <a:ext cx="1691640" cy="10972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2B2319"/>
                </a:solidFill>
                <a:latin typeface="Aptos"/>
              </a:rPr>
              <a:t>Showcase relevant client case studies demonstrating our expertise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8815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606040"/>
            <a:ext cx="1691640" cy="10972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2B2319"/>
                </a:solidFill>
                <a:latin typeface="Aptos"/>
              </a:rPr>
              <a:t>Outline a tailored solution approach to address your client's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1911096"/>
            <a:ext cx="228600" cy="21945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606040"/>
            <a:ext cx="1691640" cy="10972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/>
            <a:r>
              <a:rPr sz="1200" b="1">
                <a:solidFill>
                  <a:srgbClr val="2B2319"/>
                </a:solidFill>
                <a:latin typeface="Aptos"/>
              </a:rPr>
              <a:t>Discuss next steps to initiate a productive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858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393192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000" b="1">
                <a:solidFill>
                  <a:srgbClr val="2B2319"/>
                </a:solidFill>
                <a:latin typeface="Aptos"/>
              </a:rPr>
              <a:t>Chryselys Capabilities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508760"/>
            <a:ext cx="15544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Fortune 500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508760"/>
            <a:ext cx="164592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Jane Doe, John Smith, Sarah Johns...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508760"/>
            <a:ext cx="2560320" cy="38404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document outlines Chryselys' core service offerings in data analytics, cybersecurity, and strategic...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039112"/>
            <a:ext cx="105156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01168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319"/>
                </a:solidFill>
                <a:latin typeface="Aptos"/>
              </a:defRPr>
            </a:pPr>
            <a:r>
              <a:t>Schedule a deep-dive discussion to understand your specific business challenges</a:t>
            </a:r>
          </a:p>
          <a:p>
            <a:pPr>
              <a:spcAft>
                <a:spcPts val="800"/>
              </a:spcAft>
              <a:defRPr sz="1800">
                <a:solidFill>
                  <a:srgbClr val="2B2319"/>
                </a:solidFill>
                <a:latin typeface="Aptos"/>
              </a:defRPr>
            </a:pPr>
            <a:r>
              <a:t>Propose a tailored solution roadmap aligned with your project timeline and budget</a:t>
            </a:r>
          </a:p>
          <a:p>
            <a:pPr>
              <a:spcAft>
                <a:spcPts val="800"/>
              </a:spcAft>
              <a:defRPr sz="1800">
                <a:solidFill>
                  <a:srgbClr val="2B2319"/>
                </a:solidFill>
                <a:latin typeface="Aptos"/>
              </a:defRPr>
            </a:pPr>
            <a:r>
              <a:t>Initiate a proof-of-concept engagement to demonstrate Chryselys'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56232"/>
            <a:ext cx="3895344" cy="310896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B2319"/>
                </a:solidFill>
                <a:latin typeface="Aptos"/>
              </a:defRPr>
            </a:pPr>
            <a:r>
              <a:t>Doc 1: Chryselys Capabilities Overview | Client: Fortune 500 Clients | POC: Jane Doe, John Smith, Sarah Johnson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