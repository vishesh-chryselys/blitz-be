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78638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400" b="1">
                <a:solidFill>
                  <a:srgbClr val="2B2319"/>
                </a:solidFill>
                <a:latin typeface="Aptos"/>
              </a:rPr>
              <a:t>can you for all the capabilities we have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60350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0">
                <a:solidFill>
                  <a:srgbClr val="705F44"/>
                </a:solidFill>
                <a:latin typeface="Aptos"/>
              </a:rPr>
              <a:t>Generated by BLITZ Enterprise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5394960" cy="13258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- 1. **Market Sizing Report**: Chryselys conducted a comprehensive market sizing analysis to quantify the....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- 2. **Treatment Pattern Analysis**: Chryselys analyzed real-world treatment patterns for Orserdu, includi...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- 3. **Competitive Intelligence Dashboard**: Chryselys created a user-friendly competitive intelligence da...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188720"/>
            <a:ext cx="3291840" cy="32918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164592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2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5780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- 1. **Market Sizing Report**: Chryselys conducted a comprehensive market sizing analysis to quantify the....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- 2. **Treatment Pattern Analysis**: Chryselys analyzed real-world treatment patterns for Orserdu, includi...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- 3. **Competitive Intelligence Dashboard**: Chryselys created a user-friendly competitive intelligence da...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526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41239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412394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can you generate a ppt for all the capabilities we have done and delivarbles for stemline?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prior Chryselys evidence to shape a focused client conversation and accelerate proposal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Capability Decks | CI_AIVYCapability_20260121_v1.pptx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The document provides an overview of Chryselys' Agentic AI platform, AIVY, and its key capabilities in the areas of market research, learning enhance... | POC: Unknown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Capability Decks | CI_CapabilityOverview_20260121_v1.pptx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document provides an overview of Chryselys' capabilities in delivering comprehensive market assessments and competitive intelligence for the pha... | POC: Kamakshi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Clarify the client objective and decision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Map relevant prior work, datasets, and subject matter expertise.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Shape the response into a proposal-ready storyline with cited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53312"/>
            <a:ext cx="3566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53312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353312"/>
            <a:ext cx="3429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Capability Decks | CI_AIVYCapability_20260121_v1.pp...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627632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The document provides an overview of Chryselys' Agentic AI platform, AIVY, and its key...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84832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77440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77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Capability Decks | CI_CapabilityOverview_20260121_v...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377440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77440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Kamakshi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377440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capabilities in delivering comprehensi...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834640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Validate source fit with the listed POCs.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Confirm scope, data availability, and deliverable expectations.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Convert the recommended approach into a client-facing proposal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1: Capability Decks | CI_AIVYCapability_20260121_v1.pptx | Client: Capability Decks | POC: Unknown</a:t>
            </a:r>
          </a:p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2: Capability Decks | CI_CapabilityOverview_20260121_v1.pptx | Client: Capability Decks | POC: Kamak...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