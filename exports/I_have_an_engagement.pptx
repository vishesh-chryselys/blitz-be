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 have an engagement for segme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Chryselys Sales Enablement Intelligence Portal</a:t>
            </a:r>
          </a:p>
          <a:p>
            <a:r>
              <a:t>Generated dynamically by BLITZ AI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Chryselys' Expertise in HCP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Developed robust segmentation approaches that combine advanced analytics and business knowledge</a:t>
            </a:r>
          </a:p>
          <a:p>
            <a:r>
              <a:t>• Helps clients like Gilead identify high-potential HCP segments and drive more effective engagement</a:t>
            </a:r>
          </a:p>
          <a:p>
            <a:r>
              <a:t>• Integrates multiple data sources, including primary market research, claims, and CRM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Approach and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Applies a combination of unsupervised and supervised machine learning techniques, such as clustering and predictive modeling</a:t>
            </a:r>
          </a:p>
          <a:p>
            <a:r>
              <a:t>• Enables understanding of key behavioral and attitudinal drivers, patient flow, and care transitions</a:t>
            </a:r>
          </a:p>
          <a:p>
            <a:r>
              <a:t>• Develops targeted engagement strategies for different HCP segments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Comprehensive Data and Analytics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Leverages a wide range of datasets, including clinical, claims, sales, CRM, patient support program, and Veeva Link data</a:t>
            </a:r>
          </a:p>
          <a:p>
            <a:r>
              <a:t>• Utilizes cloud-based platforms and advanced analytics capabilities to efficiently curate, analyze, and generate insights</a:t>
            </a:r>
          </a:p>
          <a:p>
            <a:r>
              <a:t>• Generates HCP-level likelihood scores for each segment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Outcomes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Enables more informed, data-driven decisions about commercial strategies and marketing investments</a:t>
            </a:r>
          </a:p>
          <a:p>
            <a:r>
              <a:t>• Helps pharmaceutical companies drive greater commercial success and improve patient outcomes through more effective HCP engagement</a:t>
            </a:r>
          </a:p>
          <a:p>
            <a:r>
              <a:t>• Proven expertise in HCP segmentation and targeting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[Doc 1] DataScience_TargetingKOLIndentificationHCPLookalikeSegmentation_20260121_v1.pptx | Client: Capability Decks | POC: Unknown</a:t>
            </a:r>
          </a:p>
          <a:p>
            <a:r>
              <a:t>• [Doc 2] CommercialAnalytics_HCPSegmentationTargeting_HCPLookAlike_20260121_v1.pptx | Client: Capability Decks | POC: Vikas or Satya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